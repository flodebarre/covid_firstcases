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3"/>
    <p:restoredTop sz="94694"/>
  </p:normalViewPr>
  <p:slideViewPr>
    <p:cSldViewPr snapToGrid="0">
      <p:cViewPr>
        <p:scale>
          <a:sx n="237" d="100"/>
          <a:sy n="237" d="100"/>
        </p:scale>
        <p:origin x="-9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49BB6-D8CE-C6DD-60BB-3C5CE478C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8723D-FB7C-A2FF-B1CD-7F1827F67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56B50-F743-7102-1303-10FF310FF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0FD3-7772-E525-A44D-6CFE60F5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82CD-CEC6-B60D-FA05-9ABCBED78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1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43F6-AF6D-B330-622A-3814C34FA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9B72-3D0D-4BB8-288B-4613C5A73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13BA-1867-B0A3-E0D1-77BE5FA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4E0D3-314B-AA26-3FD9-44953F90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C4DC4-50FE-9308-87E2-49FDEA860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65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3883-D0CB-2C67-C44E-07A1BE35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63476-C705-545D-16D8-B29D6632F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D1954-0CB7-336D-4900-BEC61340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E6F4F-3C96-D1CE-570E-26B79395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265D-CCCE-0876-E69A-6FA4E465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10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1CD35-9424-BB6C-DEF8-6FF179CA0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E7D5-0406-0572-F8A2-99D791520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B1805-C481-BADF-25BC-AC4509694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B5160-E27D-CE67-BCEF-39C22A7C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9D9EF-39A9-BE25-8868-DC7B1AED9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59387-A4C2-50DD-87BE-3DC8D782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52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A8A4-0E76-FC60-67B1-9C1046B2E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0E5FED-AFDA-C208-DCD2-08E5E6039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977DB-96FD-4553-6FFF-018F18CAD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F67B9-161E-5281-C738-3C8133233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345D6A-A8FD-6643-ACB9-D0C073A0B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97332D-58FE-B683-5589-9F3FBC6CA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AC5980-B508-2443-0A94-3FB86C49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E4547-6B50-38C4-BA4B-D4C8B64F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5E29-BF27-EEEE-C05C-247825F5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CFD4D-D94F-D405-E55C-543866B8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618A17-3279-3494-077E-4B2D4118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BEC93-5FC3-9739-1BE9-9EAB9C69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7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43A7DD-F8A6-7BF8-D5AC-E05A532D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1ACEB-A746-4A20-1698-6D6F817B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8204F-DA3B-2218-FE6C-A69C9012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3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C154F-C630-4F5A-4B07-E8AB3E2D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FECB5-187C-A1F3-8239-A2CFA1296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5B06BA-523B-3528-8BF1-D1A6976EE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74AE7-025F-8A13-BB54-C1243DE42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BAB47-301B-66EF-ACD9-D9D15C2C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91A86-8A66-8991-E680-52036E6B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7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E878F-9A2A-4AC9-91E9-21861F4EA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5D1697-94A8-872A-0250-F1E5AA9B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A416E-28DA-B395-6E79-88D397817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0E33E-48CC-943E-AD8A-C68CEEFE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85D42-8695-AC9D-F23E-EBCAA3D0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0D49C-1BF4-EAA9-19A9-00F44F2A8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05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2704-0C7B-2610-B992-23A9ADBCE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2F0C2-EEA8-F208-1F22-B43A15079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F671E-498E-A399-DA74-F511D97E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57F18-A28E-940C-46DD-2EF22051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5BB42-CF71-93BE-CD44-04EB8B57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06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AD46B4-7016-8571-DC9F-1451D5070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A3F85-F1BF-2FD9-77BB-2BCA666B8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791F0-5F04-20F1-418C-962E97DB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4879D-8F25-A30E-D304-2AB39D0C5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2B5F6-4A5C-4B86-E79D-E76F29BCC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9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EC31F-7EA6-9972-A69E-1E30F741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A65BB-C87B-6FE6-4CE2-CFD36DD62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8FA68-3E48-3FBD-8467-84A0AAF548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642FEA-8F8C-DE42-A842-4C47D757A9EB}" type="datetimeFigureOut">
              <a:rPr lang="en-US" smtClean="0"/>
              <a:t>1/3/26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1D767-1CDD-E2E2-A46F-D310A5C85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FE52E-CC4D-885A-2B70-8532138A01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C3E0D-CFD1-334E-927E-8739FA880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91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B82E7F-EA01-D835-E0B3-55491C827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594360"/>
            <a:ext cx="11968480" cy="566928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8BE6368-DB34-8207-20C8-E3BBDCA913BC}"/>
              </a:ext>
            </a:extLst>
          </p:cNvPr>
          <p:cNvCxnSpPr>
            <a:cxnSpLocks/>
          </p:cNvCxnSpPr>
          <p:nvPr/>
        </p:nvCxnSpPr>
        <p:spPr>
          <a:xfrm>
            <a:off x="1545572" y="3755571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FD7DEE-9AE5-28B4-C807-5C5F971B8C80}"/>
              </a:ext>
            </a:extLst>
          </p:cNvPr>
          <p:cNvCxnSpPr>
            <a:cxnSpLocks/>
          </p:cNvCxnSpPr>
          <p:nvPr/>
        </p:nvCxnSpPr>
        <p:spPr>
          <a:xfrm>
            <a:off x="1547208" y="3723413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0D10E1-6318-A7D1-CAA9-68C0C99893B7}"/>
              </a:ext>
            </a:extLst>
          </p:cNvPr>
          <p:cNvCxnSpPr>
            <a:cxnSpLocks/>
          </p:cNvCxnSpPr>
          <p:nvPr/>
        </p:nvCxnSpPr>
        <p:spPr>
          <a:xfrm>
            <a:off x="1541037" y="369081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F54393-BF88-BEC8-81CF-6E789A014D34}"/>
              </a:ext>
            </a:extLst>
          </p:cNvPr>
          <p:cNvCxnSpPr>
            <a:cxnSpLocks/>
          </p:cNvCxnSpPr>
          <p:nvPr/>
        </p:nvCxnSpPr>
        <p:spPr>
          <a:xfrm>
            <a:off x="1545435" y="365822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41560F-42A2-3B38-8906-F89A5309FFD9}"/>
              </a:ext>
            </a:extLst>
          </p:cNvPr>
          <p:cNvCxnSpPr>
            <a:cxnSpLocks/>
          </p:cNvCxnSpPr>
          <p:nvPr/>
        </p:nvCxnSpPr>
        <p:spPr>
          <a:xfrm>
            <a:off x="1544549" y="3620340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295B94-9AAE-BE38-2848-5DA1666C3713}"/>
              </a:ext>
            </a:extLst>
          </p:cNvPr>
          <p:cNvCxnSpPr>
            <a:cxnSpLocks/>
          </p:cNvCxnSpPr>
          <p:nvPr/>
        </p:nvCxnSpPr>
        <p:spPr>
          <a:xfrm>
            <a:off x="1555260" y="358554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FDE9ACB-6CAC-C96B-B843-E4C0D4DA6107}"/>
              </a:ext>
            </a:extLst>
          </p:cNvPr>
          <p:cNvCxnSpPr>
            <a:cxnSpLocks/>
          </p:cNvCxnSpPr>
          <p:nvPr/>
        </p:nvCxnSpPr>
        <p:spPr>
          <a:xfrm>
            <a:off x="1556896" y="3553391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C9A67E-9A19-D111-D42B-4AE0814CDB04}"/>
              </a:ext>
            </a:extLst>
          </p:cNvPr>
          <p:cNvCxnSpPr>
            <a:cxnSpLocks/>
          </p:cNvCxnSpPr>
          <p:nvPr/>
        </p:nvCxnSpPr>
        <p:spPr>
          <a:xfrm>
            <a:off x="1550725" y="352079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E1A602-3C45-DCAB-4B66-96AB0EDEB9E4}"/>
              </a:ext>
            </a:extLst>
          </p:cNvPr>
          <p:cNvCxnSpPr>
            <a:cxnSpLocks/>
          </p:cNvCxnSpPr>
          <p:nvPr/>
        </p:nvCxnSpPr>
        <p:spPr>
          <a:xfrm>
            <a:off x="1555123" y="348819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952F5C-D235-0F28-B1C7-8A47076EB987}"/>
              </a:ext>
            </a:extLst>
          </p:cNvPr>
          <p:cNvCxnSpPr>
            <a:cxnSpLocks/>
          </p:cNvCxnSpPr>
          <p:nvPr/>
        </p:nvCxnSpPr>
        <p:spPr>
          <a:xfrm>
            <a:off x="1554237" y="3450318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D32BC9-AF65-166D-B3C5-463310CD12FE}"/>
              </a:ext>
            </a:extLst>
          </p:cNvPr>
          <p:cNvCxnSpPr>
            <a:cxnSpLocks/>
          </p:cNvCxnSpPr>
          <p:nvPr/>
        </p:nvCxnSpPr>
        <p:spPr>
          <a:xfrm>
            <a:off x="1544686" y="341112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51C4AF-49A7-99FE-58DF-EF9D79A0FCF0}"/>
              </a:ext>
            </a:extLst>
          </p:cNvPr>
          <p:cNvCxnSpPr>
            <a:cxnSpLocks/>
          </p:cNvCxnSpPr>
          <p:nvPr/>
        </p:nvCxnSpPr>
        <p:spPr>
          <a:xfrm>
            <a:off x="1546322" y="33789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25901D-0A4C-76DA-872F-D1EF91BED4DF}"/>
              </a:ext>
            </a:extLst>
          </p:cNvPr>
          <p:cNvCxnSpPr>
            <a:cxnSpLocks/>
          </p:cNvCxnSpPr>
          <p:nvPr/>
        </p:nvCxnSpPr>
        <p:spPr>
          <a:xfrm>
            <a:off x="1540151" y="334636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7AB0EED-4579-2B28-E2EB-310F87DFC82E}"/>
              </a:ext>
            </a:extLst>
          </p:cNvPr>
          <p:cNvCxnSpPr>
            <a:cxnSpLocks/>
          </p:cNvCxnSpPr>
          <p:nvPr/>
        </p:nvCxnSpPr>
        <p:spPr>
          <a:xfrm>
            <a:off x="1544549" y="331377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EAD011A-4C31-E8FA-4639-971ABCEC5002}"/>
              </a:ext>
            </a:extLst>
          </p:cNvPr>
          <p:cNvCxnSpPr>
            <a:cxnSpLocks/>
          </p:cNvCxnSpPr>
          <p:nvPr/>
        </p:nvCxnSpPr>
        <p:spPr>
          <a:xfrm>
            <a:off x="1543663" y="3275896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F7BAC2-251A-90E9-5055-93649C18CC34}"/>
              </a:ext>
            </a:extLst>
          </p:cNvPr>
          <p:cNvCxnSpPr>
            <a:cxnSpLocks/>
          </p:cNvCxnSpPr>
          <p:nvPr/>
        </p:nvCxnSpPr>
        <p:spPr>
          <a:xfrm>
            <a:off x="1554374" y="324110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81E1ED9-3E77-001F-98C2-BA36B4097894}"/>
              </a:ext>
            </a:extLst>
          </p:cNvPr>
          <p:cNvCxnSpPr>
            <a:cxnSpLocks/>
          </p:cNvCxnSpPr>
          <p:nvPr/>
        </p:nvCxnSpPr>
        <p:spPr>
          <a:xfrm>
            <a:off x="1556010" y="320894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10DEF3-C110-4018-60BA-172164881393}"/>
              </a:ext>
            </a:extLst>
          </p:cNvPr>
          <p:cNvCxnSpPr>
            <a:cxnSpLocks/>
          </p:cNvCxnSpPr>
          <p:nvPr/>
        </p:nvCxnSpPr>
        <p:spPr>
          <a:xfrm>
            <a:off x="1549839" y="316959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A506B1-692D-B437-2B96-80AEE9D2E434}"/>
              </a:ext>
            </a:extLst>
          </p:cNvPr>
          <p:cNvCxnSpPr>
            <a:cxnSpLocks/>
          </p:cNvCxnSpPr>
          <p:nvPr/>
        </p:nvCxnSpPr>
        <p:spPr>
          <a:xfrm>
            <a:off x="1554237" y="313700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5F4B3C-D2FD-45A8-FA02-02C2C9E017CD}"/>
              </a:ext>
            </a:extLst>
          </p:cNvPr>
          <p:cNvCxnSpPr>
            <a:cxnSpLocks/>
          </p:cNvCxnSpPr>
          <p:nvPr/>
        </p:nvCxnSpPr>
        <p:spPr>
          <a:xfrm>
            <a:off x="1553351" y="3101038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47DB1A-01A4-911B-A6D8-E8C8642228C3}"/>
              </a:ext>
            </a:extLst>
          </p:cNvPr>
          <p:cNvCxnSpPr>
            <a:cxnSpLocks/>
          </p:cNvCxnSpPr>
          <p:nvPr/>
        </p:nvCxnSpPr>
        <p:spPr>
          <a:xfrm>
            <a:off x="1546132" y="306105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F23D1E-A4FA-1310-A6AF-7D88AEFCDD0C}"/>
              </a:ext>
            </a:extLst>
          </p:cNvPr>
          <p:cNvCxnSpPr>
            <a:cxnSpLocks/>
          </p:cNvCxnSpPr>
          <p:nvPr/>
        </p:nvCxnSpPr>
        <p:spPr>
          <a:xfrm>
            <a:off x="1547768" y="302889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68EA87A-871E-B569-CBB6-23D65F483326}"/>
              </a:ext>
            </a:extLst>
          </p:cNvPr>
          <p:cNvCxnSpPr>
            <a:cxnSpLocks/>
          </p:cNvCxnSpPr>
          <p:nvPr/>
        </p:nvCxnSpPr>
        <p:spPr>
          <a:xfrm>
            <a:off x="1541597" y="2996291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9BE6F4-01A1-0EF3-1978-7F5068DF69F6}"/>
              </a:ext>
            </a:extLst>
          </p:cNvPr>
          <p:cNvCxnSpPr>
            <a:cxnSpLocks/>
          </p:cNvCxnSpPr>
          <p:nvPr/>
        </p:nvCxnSpPr>
        <p:spPr>
          <a:xfrm>
            <a:off x="1545995" y="296369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6DCFEE-9339-D29B-0256-2AF48705C2F1}"/>
              </a:ext>
            </a:extLst>
          </p:cNvPr>
          <p:cNvCxnSpPr>
            <a:cxnSpLocks/>
          </p:cNvCxnSpPr>
          <p:nvPr/>
        </p:nvCxnSpPr>
        <p:spPr>
          <a:xfrm>
            <a:off x="1545109" y="2925819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56B3325-453A-5A50-F3BB-C3B984884FE8}"/>
              </a:ext>
            </a:extLst>
          </p:cNvPr>
          <p:cNvCxnSpPr>
            <a:cxnSpLocks/>
          </p:cNvCxnSpPr>
          <p:nvPr/>
        </p:nvCxnSpPr>
        <p:spPr>
          <a:xfrm>
            <a:off x="1555820" y="289102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2773400-C774-D9A9-1384-367E83C5D5D7}"/>
              </a:ext>
            </a:extLst>
          </p:cNvPr>
          <p:cNvCxnSpPr>
            <a:cxnSpLocks/>
          </p:cNvCxnSpPr>
          <p:nvPr/>
        </p:nvCxnSpPr>
        <p:spPr>
          <a:xfrm>
            <a:off x="1557456" y="285887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9A4530-EF10-6852-ACE7-A147E458DE84}"/>
              </a:ext>
            </a:extLst>
          </p:cNvPr>
          <p:cNvCxnSpPr>
            <a:cxnSpLocks/>
          </p:cNvCxnSpPr>
          <p:nvPr/>
        </p:nvCxnSpPr>
        <p:spPr>
          <a:xfrm>
            <a:off x="1551285" y="28262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4283B3-C6AC-3C3B-AC11-AB155447E82B}"/>
              </a:ext>
            </a:extLst>
          </p:cNvPr>
          <p:cNvCxnSpPr>
            <a:cxnSpLocks/>
          </p:cNvCxnSpPr>
          <p:nvPr/>
        </p:nvCxnSpPr>
        <p:spPr>
          <a:xfrm>
            <a:off x="1555683" y="279367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306E350-BDE6-5410-B1B3-AB307442713C}"/>
              </a:ext>
            </a:extLst>
          </p:cNvPr>
          <p:cNvCxnSpPr>
            <a:cxnSpLocks/>
          </p:cNvCxnSpPr>
          <p:nvPr/>
        </p:nvCxnSpPr>
        <p:spPr>
          <a:xfrm>
            <a:off x="1554797" y="2755797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73E6A23-7762-1856-66A4-9E41529576F5}"/>
              </a:ext>
            </a:extLst>
          </p:cNvPr>
          <p:cNvCxnSpPr>
            <a:cxnSpLocks/>
          </p:cNvCxnSpPr>
          <p:nvPr/>
        </p:nvCxnSpPr>
        <p:spPr>
          <a:xfrm>
            <a:off x="1545246" y="271660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4A4E739-90D2-A626-1BC8-403DDBDECBD4}"/>
              </a:ext>
            </a:extLst>
          </p:cNvPr>
          <p:cNvCxnSpPr>
            <a:cxnSpLocks/>
          </p:cNvCxnSpPr>
          <p:nvPr/>
        </p:nvCxnSpPr>
        <p:spPr>
          <a:xfrm>
            <a:off x="1546882" y="268444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2CADA65-1ADA-3BD9-197E-542C5BBD0E62}"/>
              </a:ext>
            </a:extLst>
          </p:cNvPr>
          <p:cNvCxnSpPr>
            <a:cxnSpLocks/>
          </p:cNvCxnSpPr>
          <p:nvPr/>
        </p:nvCxnSpPr>
        <p:spPr>
          <a:xfrm>
            <a:off x="1540711" y="265184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0499485-CFFC-F2EA-25D2-4ACE073CF68E}"/>
              </a:ext>
            </a:extLst>
          </p:cNvPr>
          <p:cNvCxnSpPr>
            <a:cxnSpLocks/>
          </p:cNvCxnSpPr>
          <p:nvPr/>
        </p:nvCxnSpPr>
        <p:spPr>
          <a:xfrm>
            <a:off x="1545109" y="261925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CF89087-59C2-57A2-8459-F795B6D5E9D8}"/>
              </a:ext>
            </a:extLst>
          </p:cNvPr>
          <p:cNvCxnSpPr>
            <a:cxnSpLocks/>
          </p:cNvCxnSpPr>
          <p:nvPr/>
        </p:nvCxnSpPr>
        <p:spPr>
          <a:xfrm>
            <a:off x="1544223" y="2581375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59F42AA-C7BA-ED33-3F23-47A3153872D5}"/>
              </a:ext>
            </a:extLst>
          </p:cNvPr>
          <p:cNvCxnSpPr>
            <a:cxnSpLocks/>
          </p:cNvCxnSpPr>
          <p:nvPr/>
        </p:nvCxnSpPr>
        <p:spPr>
          <a:xfrm>
            <a:off x="1554934" y="254658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EE712B-AD7F-2B7B-F3E6-A215744AA74B}"/>
              </a:ext>
            </a:extLst>
          </p:cNvPr>
          <p:cNvCxnSpPr>
            <a:cxnSpLocks/>
          </p:cNvCxnSpPr>
          <p:nvPr/>
        </p:nvCxnSpPr>
        <p:spPr>
          <a:xfrm>
            <a:off x="1556570" y="251442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CA2F110-CA35-9684-7124-8D6EBA78BA39}"/>
              </a:ext>
            </a:extLst>
          </p:cNvPr>
          <p:cNvCxnSpPr>
            <a:cxnSpLocks/>
          </p:cNvCxnSpPr>
          <p:nvPr/>
        </p:nvCxnSpPr>
        <p:spPr>
          <a:xfrm>
            <a:off x="1550399" y="247507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E865606-DD40-F852-0C90-9B889595A7F6}"/>
              </a:ext>
            </a:extLst>
          </p:cNvPr>
          <p:cNvCxnSpPr>
            <a:cxnSpLocks/>
          </p:cNvCxnSpPr>
          <p:nvPr/>
        </p:nvCxnSpPr>
        <p:spPr>
          <a:xfrm>
            <a:off x="1554797" y="244248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3941BD2-48BD-28C7-A7CF-2AF00095BFE6}"/>
              </a:ext>
            </a:extLst>
          </p:cNvPr>
          <p:cNvCxnSpPr>
            <a:cxnSpLocks/>
          </p:cNvCxnSpPr>
          <p:nvPr/>
        </p:nvCxnSpPr>
        <p:spPr>
          <a:xfrm>
            <a:off x="1581763" y="2408776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9A35072-5479-A366-0F3F-65CCBC8326B0}"/>
              </a:ext>
            </a:extLst>
          </p:cNvPr>
          <p:cNvCxnSpPr>
            <a:cxnSpLocks/>
          </p:cNvCxnSpPr>
          <p:nvPr/>
        </p:nvCxnSpPr>
        <p:spPr>
          <a:xfrm>
            <a:off x="1574544" y="236878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CB2FF16-AEB1-91AE-1353-57B82947F0B3}"/>
              </a:ext>
            </a:extLst>
          </p:cNvPr>
          <p:cNvCxnSpPr>
            <a:cxnSpLocks/>
          </p:cNvCxnSpPr>
          <p:nvPr/>
        </p:nvCxnSpPr>
        <p:spPr>
          <a:xfrm>
            <a:off x="1576180" y="233663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22D040-5F35-88E5-A168-4500A995EA63}"/>
              </a:ext>
            </a:extLst>
          </p:cNvPr>
          <p:cNvCxnSpPr>
            <a:cxnSpLocks/>
          </p:cNvCxnSpPr>
          <p:nvPr/>
        </p:nvCxnSpPr>
        <p:spPr>
          <a:xfrm>
            <a:off x="1570009" y="230402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F954226-FB87-FB1B-FD32-E9135AB419DC}"/>
              </a:ext>
            </a:extLst>
          </p:cNvPr>
          <p:cNvCxnSpPr>
            <a:cxnSpLocks/>
          </p:cNvCxnSpPr>
          <p:nvPr/>
        </p:nvCxnSpPr>
        <p:spPr>
          <a:xfrm>
            <a:off x="1574407" y="227143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AA088FC-56FA-376B-8982-E866EDC70D7B}"/>
              </a:ext>
            </a:extLst>
          </p:cNvPr>
          <p:cNvCxnSpPr>
            <a:cxnSpLocks/>
          </p:cNvCxnSpPr>
          <p:nvPr/>
        </p:nvCxnSpPr>
        <p:spPr>
          <a:xfrm>
            <a:off x="1573521" y="2233557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9C7E893-35AE-DB6B-4E78-9FF606285E95}"/>
              </a:ext>
            </a:extLst>
          </p:cNvPr>
          <p:cNvCxnSpPr>
            <a:cxnSpLocks/>
          </p:cNvCxnSpPr>
          <p:nvPr/>
        </p:nvCxnSpPr>
        <p:spPr>
          <a:xfrm>
            <a:off x="1584232" y="219876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7E995E-B583-5806-3F2B-AC45239E8672}"/>
              </a:ext>
            </a:extLst>
          </p:cNvPr>
          <p:cNvCxnSpPr>
            <a:cxnSpLocks/>
          </p:cNvCxnSpPr>
          <p:nvPr/>
        </p:nvCxnSpPr>
        <p:spPr>
          <a:xfrm>
            <a:off x="1585868" y="216660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4426957-C8AB-657F-8FD2-D8F481B0E4E4}"/>
              </a:ext>
            </a:extLst>
          </p:cNvPr>
          <p:cNvCxnSpPr>
            <a:cxnSpLocks/>
          </p:cNvCxnSpPr>
          <p:nvPr/>
        </p:nvCxnSpPr>
        <p:spPr>
          <a:xfrm>
            <a:off x="1579697" y="213400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038534B-9BC1-B439-19AD-D76BEE34C47E}"/>
              </a:ext>
            </a:extLst>
          </p:cNvPr>
          <p:cNvCxnSpPr>
            <a:cxnSpLocks/>
          </p:cNvCxnSpPr>
          <p:nvPr/>
        </p:nvCxnSpPr>
        <p:spPr>
          <a:xfrm>
            <a:off x="1584095" y="210141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D23776B-CF92-6BC2-DD9D-3CB5B2EC33AB}"/>
              </a:ext>
            </a:extLst>
          </p:cNvPr>
          <p:cNvCxnSpPr>
            <a:cxnSpLocks/>
          </p:cNvCxnSpPr>
          <p:nvPr/>
        </p:nvCxnSpPr>
        <p:spPr>
          <a:xfrm>
            <a:off x="1583209" y="2063535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FA908B1-D5A8-2866-DBC6-FD7881F850FC}"/>
              </a:ext>
            </a:extLst>
          </p:cNvPr>
          <p:cNvCxnSpPr>
            <a:cxnSpLocks/>
          </p:cNvCxnSpPr>
          <p:nvPr/>
        </p:nvCxnSpPr>
        <p:spPr>
          <a:xfrm>
            <a:off x="1573658" y="202434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CCD417E-A98F-5484-73E7-8DA8781D0116}"/>
              </a:ext>
            </a:extLst>
          </p:cNvPr>
          <p:cNvCxnSpPr>
            <a:cxnSpLocks/>
          </p:cNvCxnSpPr>
          <p:nvPr/>
        </p:nvCxnSpPr>
        <p:spPr>
          <a:xfrm>
            <a:off x="1575294" y="199218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5DFCAB6-0E5A-B5DD-FB9B-66FAB15AFD52}"/>
              </a:ext>
            </a:extLst>
          </p:cNvPr>
          <p:cNvCxnSpPr>
            <a:cxnSpLocks/>
          </p:cNvCxnSpPr>
          <p:nvPr/>
        </p:nvCxnSpPr>
        <p:spPr>
          <a:xfrm>
            <a:off x="1569123" y="195958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41BE2B7-8140-FF55-4017-3B7A1C85BAFB}"/>
              </a:ext>
            </a:extLst>
          </p:cNvPr>
          <p:cNvCxnSpPr>
            <a:cxnSpLocks/>
          </p:cNvCxnSpPr>
          <p:nvPr/>
        </p:nvCxnSpPr>
        <p:spPr>
          <a:xfrm>
            <a:off x="1573521" y="1926993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05E2F75-2CF4-4E33-0E89-B4D447AAACAA}"/>
              </a:ext>
            </a:extLst>
          </p:cNvPr>
          <p:cNvCxnSpPr>
            <a:cxnSpLocks/>
          </p:cNvCxnSpPr>
          <p:nvPr/>
        </p:nvCxnSpPr>
        <p:spPr>
          <a:xfrm>
            <a:off x="1572635" y="1889113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FD0A036-F1AB-A602-0D3E-AA46060FED6C}"/>
              </a:ext>
            </a:extLst>
          </p:cNvPr>
          <p:cNvCxnSpPr>
            <a:cxnSpLocks/>
          </p:cNvCxnSpPr>
          <p:nvPr/>
        </p:nvCxnSpPr>
        <p:spPr>
          <a:xfrm>
            <a:off x="1583346" y="185432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37DC4AC-0676-E3C9-83C4-8FC51511AEBF}"/>
              </a:ext>
            </a:extLst>
          </p:cNvPr>
          <p:cNvCxnSpPr>
            <a:cxnSpLocks/>
          </p:cNvCxnSpPr>
          <p:nvPr/>
        </p:nvCxnSpPr>
        <p:spPr>
          <a:xfrm>
            <a:off x="1584982" y="182216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E43B57D-670C-1686-5A43-47E9AADD9EEF}"/>
              </a:ext>
            </a:extLst>
          </p:cNvPr>
          <p:cNvCxnSpPr>
            <a:cxnSpLocks/>
          </p:cNvCxnSpPr>
          <p:nvPr/>
        </p:nvCxnSpPr>
        <p:spPr>
          <a:xfrm>
            <a:off x="1578811" y="178281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17BAAFE-3550-C394-535B-F465D6CFCAEE}"/>
              </a:ext>
            </a:extLst>
          </p:cNvPr>
          <p:cNvCxnSpPr>
            <a:cxnSpLocks/>
          </p:cNvCxnSpPr>
          <p:nvPr/>
        </p:nvCxnSpPr>
        <p:spPr>
          <a:xfrm>
            <a:off x="1583209" y="1750223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3F2E7F2-AA1E-D199-3350-DF55077F0B02}"/>
              </a:ext>
            </a:extLst>
          </p:cNvPr>
          <p:cNvCxnSpPr>
            <a:cxnSpLocks/>
          </p:cNvCxnSpPr>
          <p:nvPr/>
        </p:nvCxnSpPr>
        <p:spPr>
          <a:xfrm>
            <a:off x="1603722" y="1717808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EAF81DD2-3692-0E36-3E3D-FA300B1310A9}"/>
              </a:ext>
            </a:extLst>
          </p:cNvPr>
          <p:cNvCxnSpPr>
            <a:cxnSpLocks/>
          </p:cNvCxnSpPr>
          <p:nvPr/>
        </p:nvCxnSpPr>
        <p:spPr>
          <a:xfrm>
            <a:off x="1596503" y="167782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96D7D6F-545B-BF25-6E97-A7FD5F4CB25D}"/>
              </a:ext>
            </a:extLst>
          </p:cNvPr>
          <p:cNvCxnSpPr>
            <a:cxnSpLocks/>
          </p:cNvCxnSpPr>
          <p:nvPr/>
        </p:nvCxnSpPr>
        <p:spPr>
          <a:xfrm>
            <a:off x="1598139" y="164566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23C204A-33BC-9091-01E4-3D5A39B8F4D1}"/>
              </a:ext>
            </a:extLst>
          </p:cNvPr>
          <p:cNvCxnSpPr>
            <a:cxnSpLocks/>
          </p:cNvCxnSpPr>
          <p:nvPr/>
        </p:nvCxnSpPr>
        <p:spPr>
          <a:xfrm>
            <a:off x="1591968" y="1613061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5623074-7108-FA35-F7AC-EB15A5BEE0FD}"/>
              </a:ext>
            </a:extLst>
          </p:cNvPr>
          <p:cNvCxnSpPr>
            <a:cxnSpLocks/>
          </p:cNvCxnSpPr>
          <p:nvPr/>
        </p:nvCxnSpPr>
        <p:spPr>
          <a:xfrm>
            <a:off x="1596366" y="15804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9764088-A819-7758-89B2-13F6E26B5BE5}"/>
              </a:ext>
            </a:extLst>
          </p:cNvPr>
          <p:cNvCxnSpPr>
            <a:cxnSpLocks/>
          </p:cNvCxnSpPr>
          <p:nvPr/>
        </p:nvCxnSpPr>
        <p:spPr>
          <a:xfrm>
            <a:off x="1595480" y="1542589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C3ACB396-A48A-6141-5D6A-31AFF2BD804D}"/>
              </a:ext>
            </a:extLst>
          </p:cNvPr>
          <p:cNvCxnSpPr>
            <a:cxnSpLocks/>
          </p:cNvCxnSpPr>
          <p:nvPr/>
        </p:nvCxnSpPr>
        <p:spPr>
          <a:xfrm>
            <a:off x="1606191" y="150779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42841B9-64B4-770A-9DC6-6BB87AF01A97}"/>
              </a:ext>
            </a:extLst>
          </p:cNvPr>
          <p:cNvCxnSpPr>
            <a:cxnSpLocks/>
          </p:cNvCxnSpPr>
          <p:nvPr/>
        </p:nvCxnSpPr>
        <p:spPr>
          <a:xfrm>
            <a:off x="1607827" y="147564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B7494DAD-481A-54FC-CE9E-03922A9CE6E9}"/>
              </a:ext>
            </a:extLst>
          </p:cNvPr>
          <p:cNvCxnSpPr>
            <a:cxnSpLocks/>
          </p:cNvCxnSpPr>
          <p:nvPr/>
        </p:nvCxnSpPr>
        <p:spPr>
          <a:xfrm>
            <a:off x="1601656" y="144303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09D67A4-259C-60BD-ACD0-DC4F816A980E}"/>
              </a:ext>
            </a:extLst>
          </p:cNvPr>
          <p:cNvCxnSpPr>
            <a:cxnSpLocks/>
          </p:cNvCxnSpPr>
          <p:nvPr/>
        </p:nvCxnSpPr>
        <p:spPr>
          <a:xfrm>
            <a:off x="1606054" y="141044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10A2A86-87E0-85E6-A571-66E5D800DB8E}"/>
              </a:ext>
            </a:extLst>
          </p:cNvPr>
          <p:cNvCxnSpPr>
            <a:cxnSpLocks/>
          </p:cNvCxnSpPr>
          <p:nvPr/>
        </p:nvCxnSpPr>
        <p:spPr>
          <a:xfrm>
            <a:off x="1605168" y="1372567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71AB90B-CD1D-8DAD-B4F8-3D054A86130F}"/>
              </a:ext>
            </a:extLst>
          </p:cNvPr>
          <p:cNvCxnSpPr>
            <a:cxnSpLocks/>
          </p:cNvCxnSpPr>
          <p:nvPr/>
        </p:nvCxnSpPr>
        <p:spPr>
          <a:xfrm>
            <a:off x="1595617" y="133337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1D7BF09-E293-5778-8E32-C03045FD6A7C}"/>
              </a:ext>
            </a:extLst>
          </p:cNvPr>
          <p:cNvCxnSpPr>
            <a:cxnSpLocks/>
          </p:cNvCxnSpPr>
          <p:nvPr/>
        </p:nvCxnSpPr>
        <p:spPr>
          <a:xfrm>
            <a:off x="1597253" y="130121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F3925A1-DBE6-B60C-50F8-98A34CB5A21C}"/>
              </a:ext>
            </a:extLst>
          </p:cNvPr>
          <p:cNvCxnSpPr>
            <a:cxnSpLocks/>
          </p:cNvCxnSpPr>
          <p:nvPr/>
        </p:nvCxnSpPr>
        <p:spPr>
          <a:xfrm>
            <a:off x="1591082" y="126861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468C81A-F918-F81C-FFCC-1948DC8FCDFC}"/>
              </a:ext>
            </a:extLst>
          </p:cNvPr>
          <p:cNvCxnSpPr>
            <a:cxnSpLocks/>
          </p:cNvCxnSpPr>
          <p:nvPr/>
        </p:nvCxnSpPr>
        <p:spPr>
          <a:xfrm>
            <a:off x="1595480" y="123602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B2D51F4-3056-F3AD-7BDD-6B33EA2D5E11}"/>
              </a:ext>
            </a:extLst>
          </p:cNvPr>
          <p:cNvCxnSpPr>
            <a:cxnSpLocks/>
          </p:cNvCxnSpPr>
          <p:nvPr/>
        </p:nvCxnSpPr>
        <p:spPr>
          <a:xfrm>
            <a:off x="1594594" y="1198145"/>
            <a:ext cx="100584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B0BC398-2DCE-7A2C-2924-1C1E9D7E968D}"/>
              </a:ext>
            </a:extLst>
          </p:cNvPr>
          <p:cNvCxnSpPr>
            <a:cxnSpLocks/>
          </p:cNvCxnSpPr>
          <p:nvPr/>
        </p:nvCxnSpPr>
        <p:spPr>
          <a:xfrm>
            <a:off x="1605305" y="116335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6F7CA84-F443-89D0-6D63-D263BFDA2F2F}"/>
              </a:ext>
            </a:extLst>
          </p:cNvPr>
          <p:cNvCxnSpPr>
            <a:cxnSpLocks/>
          </p:cNvCxnSpPr>
          <p:nvPr/>
        </p:nvCxnSpPr>
        <p:spPr>
          <a:xfrm>
            <a:off x="1606941" y="113119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82ED05B-AB77-0E91-0DF8-5582B698CF83}"/>
              </a:ext>
            </a:extLst>
          </p:cNvPr>
          <p:cNvCxnSpPr>
            <a:cxnSpLocks/>
          </p:cNvCxnSpPr>
          <p:nvPr/>
        </p:nvCxnSpPr>
        <p:spPr>
          <a:xfrm>
            <a:off x="1600770" y="109184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C3760F3-69B2-72E9-5646-CA469FA6AA06}"/>
              </a:ext>
            </a:extLst>
          </p:cNvPr>
          <p:cNvCxnSpPr>
            <a:cxnSpLocks/>
          </p:cNvCxnSpPr>
          <p:nvPr/>
        </p:nvCxnSpPr>
        <p:spPr>
          <a:xfrm>
            <a:off x="1605168" y="105925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DD95605-2698-C2A0-B66B-614E43C55B8B}"/>
              </a:ext>
            </a:extLst>
          </p:cNvPr>
          <p:cNvCxnSpPr>
            <a:cxnSpLocks/>
          </p:cNvCxnSpPr>
          <p:nvPr/>
        </p:nvCxnSpPr>
        <p:spPr>
          <a:xfrm>
            <a:off x="1604282" y="1030035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5A456DDF-640D-88B7-96A8-61BA82944A24}"/>
              </a:ext>
            </a:extLst>
          </p:cNvPr>
          <p:cNvSpPr txBox="1"/>
          <p:nvPr/>
        </p:nvSpPr>
        <p:spPr>
          <a:xfrm>
            <a:off x="984325" y="204395"/>
            <a:ext cx="1729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Confirmed cases</a:t>
            </a:r>
          </a:p>
        </p:txBody>
      </p:sp>
    </p:spTree>
    <p:extLst>
      <p:ext uri="{BB962C8B-B14F-4D97-AF65-F5344CB8AC3E}">
        <p14:creationId xmlns:p14="http://schemas.microsoft.com/office/powerpoint/2010/main" val="51693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2FBC9-F23D-16B9-2B38-A0266B1C7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5256B9-018C-0EED-795B-7649A8BF1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49" y="599821"/>
            <a:ext cx="11978640" cy="562864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0D303A-F7C0-4C4A-7996-33ED72F4439F}"/>
              </a:ext>
            </a:extLst>
          </p:cNvPr>
          <p:cNvCxnSpPr>
            <a:cxnSpLocks/>
          </p:cNvCxnSpPr>
          <p:nvPr/>
        </p:nvCxnSpPr>
        <p:spPr>
          <a:xfrm>
            <a:off x="1547208" y="3723413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735FDC-2FD3-8954-933C-6AC9181B3390}"/>
              </a:ext>
            </a:extLst>
          </p:cNvPr>
          <p:cNvCxnSpPr>
            <a:cxnSpLocks/>
          </p:cNvCxnSpPr>
          <p:nvPr/>
        </p:nvCxnSpPr>
        <p:spPr>
          <a:xfrm>
            <a:off x="1545435" y="365822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9CE882-7E62-AF97-E6AE-1DD8B7602FBE}"/>
              </a:ext>
            </a:extLst>
          </p:cNvPr>
          <p:cNvCxnSpPr>
            <a:cxnSpLocks/>
          </p:cNvCxnSpPr>
          <p:nvPr/>
        </p:nvCxnSpPr>
        <p:spPr>
          <a:xfrm>
            <a:off x="1555260" y="358554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C70836-ECD7-FCAD-D9C3-28BB128FDA91}"/>
              </a:ext>
            </a:extLst>
          </p:cNvPr>
          <p:cNvCxnSpPr>
            <a:cxnSpLocks/>
          </p:cNvCxnSpPr>
          <p:nvPr/>
        </p:nvCxnSpPr>
        <p:spPr>
          <a:xfrm>
            <a:off x="1550725" y="352079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93D447-6901-D755-11DD-F16CAF2B72F6}"/>
              </a:ext>
            </a:extLst>
          </p:cNvPr>
          <p:cNvCxnSpPr>
            <a:cxnSpLocks/>
          </p:cNvCxnSpPr>
          <p:nvPr/>
        </p:nvCxnSpPr>
        <p:spPr>
          <a:xfrm>
            <a:off x="1554237" y="3450318"/>
            <a:ext cx="100584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B8B4993-0A6A-2C29-2839-010CFCC3FCD5}"/>
              </a:ext>
            </a:extLst>
          </p:cNvPr>
          <p:cNvCxnSpPr>
            <a:cxnSpLocks/>
          </p:cNvCxnSpPr>
          <p:nvPr/>
        </p:nvCxnSpPr>
        <p:spPr>
          <a:xfrm>
            <a:off x="1546322" y="33789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A5F31B-21D6-6C54-C143-C878698C57E2}"/>
              </a:ext>
            </a:extLst>
          </p:cNvPr>
          <p:cNvCxnSpPr>
            <a:cxnSpLocks/>
          </p:cNvCxnSpPr>
          <p:nvPr/>
        </p:nvCxnSpPr>
        <p:spPr>
          <a:xfrm>
            <a:off x="1544549" y="331377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EEA930-1803-24A9-740D-3F45BCEEA878}"/>
              </a:ext>
            </a:extLst>
          </p:cNvPr>
          <p:cNvCxnSpPr>
            <a:cxnSpLocks/>
          </p:cNvCxnSpPr>
          <p:nvPr/>
        </p:nvCxnSpPr>
        <p:spPr>
          <a:xfrm>
            <a:off x="1554374" y="324110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0E6566-FC53-C25E-A9D6-A35A5D6C5752}"/>
              </a:ext>
            </a:extLst>
          </p:cNvPr>
          <p:cNvCxnSpPr>
            <a:cxnSpLocks/>
          </p:cNvCxnSpPr>
          <p:nvPr/>
        </p:nvCxnSpPr>
        <p:spPr>
          <a:xfrm>
            <a:off x="1549839" y="316959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1ABDD7-1E22-8323-E4DF-8C2FD406384C}"/>
              </a:ext>
            </a:extLst>
          </p:cNvPr>
          <p:cNvCxnSpPr>
            <a:cxnSpLocks/>
          </p:cNvCxnSpPr>
          <p:nvPr/>
        </p:nvCxnSpPr>
        <p:spPr>
          <a:xfrm>
            <a:off x="1553351" y="3101038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2D216E-6D08-4D0D-C216-7F7069951CE1}"/>
              </a:ext>
            </a:extLst>
          </p:cNvPr>
          <p:cNvCxnSpPr>
            <a:cxnSpLocks/>
          </p:cNvCxnSpPr>
          <p:nvPr/>
        </p:nvCxnSpPr>
        <p:spPr>
          <a:xfrm>
            <a:off x="1547768" y="302889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808D07-50DB-B0E0-4748-462258E12F1C}"/>
              </a:ext>
            </a:extLst>
          </p:cNvPr>
          <p:cNvCxnSpPr>
            <a:cxnSpLocks/>
          </p:cNvCxnSpPr>
          <p:nvPr/>
        </p:nvCxnSpPr>
        <p:spPr>
          <a:xfrm>
            <a:off x="1545995" y="296369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3C91E4-5D03-90B4-DE0C-9BEA3F3F7039}"/>
              </a:ext>
            </a:extLst>
          </p:cNvPr>
          <p:cNvCxnSpPr>
            <a:cxnSpLocks/>
          </p:cNvCxnSpPr>
          <p:nvPr/>
        </p:nvCxnSpPr>
        <p:spPr>
          <a:xfrm>
            <a:off x="1555820" y="289102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39D9B50-D14B-4DF8-0E08-1AF99090A6B8}"/>
              </a:ext>
            </a:extLst>
          </p:cNvPr>
          <p:cNvCxnSpPr>
            <a:cxnSpLocks/>
          </p:cNvCxnSpPr>
          <p:nvPr/>
        </p:nvCxnSpPr>
        <p:spPr>
          <a:xfrm>
            <a:off x="1551285" y="28262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3F31357-99AE-72E6-7316-CC99B8CC6B4F}"/>
              </a:ext>
            </a:extLst>
          </p:cNvPr>
          <p:cNvCxnSpPr>
            <a:cxnSpLocks/>
          </p:cNvCxnSpPr>
          <p:nvPr/>
        </p:nvCxnSpPr>
        <p:spPr>
          <a:xfrm>
            <a:off x="1554797" y="2755797"/>
            <a:ext cx="100584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661B3B-1CA1-5E25-2A07-76645B0FAE31}"/>
              </a:ext>
            </a:extLst>
          </p:cNvPr>
          <p:cNvCxnSpPr>
            <a:cxnSpLocks/>
          </p:cNvCxnSpPr>
          <p:nvPr/>
        </p:nvCxnSpPr>
        <p:spPr>
          <a:xfrm>
            <a:off x="1546882" y="268444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A4475BE-AFD0-361E-FA5B-153EFDAFFA46}"/>
              </a:ext>
            </a:extLst>
          </p:cNvPr>
          <p:cNvCxnSpPr>
            <a:cxnSpLocks/>
          </p:cNvCxnSpPr>
          <p:nvPr/>
        </p:nvCxnSpPr>
        <p:spPr>
          <a:xfrm>
            <a:off x="1545109" y="261925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935D90D-6059-3088-18A3-7AF63AC48EF6}"/>
              </a:ext>
            </a:extLst>
          </p:cNvPr>
          <p:cNvCxnSpPr>
            <a:cxnSpLocks/>
          </p:cNvCxnSpPr>
          <p:nvPr/>
        </p:nvCxnSpPr>
        <p:spPr>
          <a:xfrm>
            <a:off x="1554934" y="254658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DC6ADED-E7B4-BD5D-8CB0-5BE144CB75F8}"/>
              </a:ext>
            </a:extLst>
          </p:cNvPr>
          <p:cNvCxnSpPr>
            <a:cxnSpLocks/>
          </p:cNvCxnSpPr>
          <p:nvPr/>
        </p:nvCxnSpPr>
        <p:spPr>
          <a:xfrm>
            <a:off x="1550399" y="247507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C66E73F-E07B-8383-C024-DA206BC78737}"/>
              </a:ext>
            </a:extLst>
          </p:cNvPr>
          <p:cNvCxnSpPr>
            <a:cxnSpLocks/>
          </p:cNvCxnSpPr>
          <p:nvPr/>
        </p:nvCxnSpPr>
        <p:spPr>
          <a:xfrm>
            <a:off x="1581763" y="2408776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97F8238-F860-A6A4-3471-435B646C6ADA}"/>
              </a:ext>
            </a:extLst>
          </p:cNvPr>
          <p:cNvCxnSpPr>
            <a:cxnSpLocks/>
          </p:cNvCxnSpPr>
          <p:nvPr/>
        </p:nvCxnSpPr>
        <p:spPr>
          <a:xfrm>
            <a:off x="1576180" y="2336630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A135D167-A6E4-5E77-DB73-7C7AF775F731}"/>
              </a:ext>
            </a:extLst>
          </p:cNvPr>
          <p:cNvCxnSpPr>
            <a:cxnSpLocks/>
          </p:cNvCxnSpPr>
          <p:nvPr/>
        </p:nvCxnSpPr>
        <p:spPr>
          <a:xfrm>
            <a:off x="1574407" y="227143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68B95C-68CD-9215-FCC8-447D15825AC9}"/>
              </a:ext>
            </a:extLst>
          </p:cNvPr>
          <p:cNvCxnSpPr>
            <a:cxnSpLocks/>
          </p:cNvCxnSpPr>
          <p:nvPr/>
        </p:nvCxnSpPr>
        <p:spPr>
          <a:xfrm>
            <a:off x="1584232" y="219876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7F710F6-8260-614B-0D2D-2FB336FEF814}"/>
              </a:ext>
            </a:extLst>
          </p:cNvPr>
          <p:cNvCxnSpPr>
            <a:cxnSpLocks/>
          </p:cNvCxnSpPr>
          <p:nvPr/>
        </p:nvCxnSpPr>
        <p:spPr>
          <a:xfrm>
            <a:off x="1579697" y="213400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DF5668F-C4C2-7491-25AB-01673D9BEC6A}"/>
              </a:ext>
            </a:extLst>
          </p:cNvPr>
          <p:cNvCxnSpPr>
            <a:cxnSpLocks/>
          </p:cNvCxnSpPr>
          <p:nvPr/>
        </p:nvCxnSpPr>
        <p:spPr>
          <a:xfrm>
            <a:off x="1583209" y="2063535"/>
            <a:ext cx="100584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C0BD4FE-7A98-9E1B-84BE-1EF9637FBD26}"/>
              </a:ext>
            </a:extLst>
          </p:cNvPr>
          <p:cNvCxnSpPr>
            <a:cxnSpLocks/>
          </p:cNvCxnSpPr>
          <p:nvPr/>
        </p:nvCxnSpPr>
        <p:spPr>
          <a:xfrm>
            <a:off x="1575294" y="1992186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94AD710-99B6-26ED-9937-3356C48A599C}"/>
              </a:ext>
            </a:extLst>
          </p:cNvPr>
          <p:cNvCxnSpPr>
            <a:cxnSpLocks/>
          </p:cNvCxnSpPr>
          <p:nvPr/>
        </p:nvCxnSpPr>
        <p:spPr>
          <a:xfrm>
            <a:off x="1573521" y="1926993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B198385-7CDA-A929-B03C-4778AE7AE013}"/>
              </a:ext>
            </a:extLst>
          </p:cNvPr>
          <p:cNvCxnSpPr>
            <a:cxnSpLocks/>
          </p:cNvCxnSpPr>
          <p:nvPr/>
        </p:nvCxnSpPr>
        <p:spPr>
          <a:xfrm>
            <a:off x="1583346" y="185432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4794010-251A-5F45-A611-43E22ED4B780}"/>
              </a:ext>
            </a:extLst>
          </p:cNvPr>
          <p:cNvCxnSpPr>
            <a:cxnSpLocks/>
          </p:cNvCxnSpPr>
          <p:nvPr/>
        </p:nvCxnSpPr>
        <p:spPr>
          <a:xfrm>
            <a:off x="1578811" y="178281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EA27BD0-F858-12EF-9A0B-007EAA6A5735}"/>
              </a:ext>
            </a:extLst>
          </p:cNvPr>
          <p:cNvCxnSpPr>
            <a:cxnSpLocks/>
          </p:cNvCxnSpPr>
          <p:nvPr/>
        </p:nvCxnSpPr>
        <p:spPr>
          <a:xfrm>
            <a:off x="1603722" y="1717808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BAA508A-B654-FF3C-76A5-5370D67772E7}"/>
              </a:ext>
            </a:extLst>
          </p:cNvPr>
          <p:cNvCxnSpPr>
            <a:cxnSpLocks/>
          </p:cNvCxnSpPr>
          <p:nvPr/>
        </p:nvCxnSpPr>
        <p:spPr>
          <a:xfrm>
            <a:off x="1598139" y="1645662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C82706F-4111-6067-EC1D-604EBBE4716E}"/>
              </a:ext>
            </a:extLst>
          </p:cNvPr>
          <p:cNvCxnSpPr>
            <a:cxnSpLocks/>
          </p:cNvCxnSpPr>
          <p:nvPr/>
        </p:nvCxnSpPr>
        <p:spPr>
          <a:xfrm>
            <a:off x="1596366" y="158046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5951C5D-F66C-6FFC-91E7-C7C14DA408E5}"/>
              </a:ext>
            </a:extLst>
          </p:cNvPr>
          <p:cNvCxnSpPr>
            <a:cxnSpLocks/>
          </p:cNvCxnSpPr>
          <p:nvPr/>
        </p:nvCxnSpPr>
        <p:spPr>
          <a:xfrm>
            <a:off x="1606191" y="150779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F71EC4D-C13B-6FED-A278-F7CF968615EE}"/>
              </a:ext>
            </a:extLst>
          </p:cNvPr>
          <p:cNvCxnSpPr>
            <a:cxnSpLocks/>
          </p:cNvCxnSpPr>
          <p:nvPr/>
        </p:nvCxnSpPr>
        <p:spPr>
          <a:xfrm>
            <a:off x="1601656" y="1443039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DB94C80-2988-8C6B-6DB2-E7E1008D5683}"/>
              </a:ext>
            </a:extLst>
          </p:cNvPr>
          <p:cNvCxnSpPr>
            <a:cxnSpLocks/>
          </p:cNvCxnSpPr>
          <p:nvPr/>
        </p:nvCxnSpPr>
        <p:spPr>
          <a:xfrm>
            <a:off x="1605168" y="1372567"/>
            <a:ext cx="100584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D819692-BC31-A612-D896-7D805557165A}"/>
              </a:ext>
            </a:extLst>
          </p:cNvPr>
          <p:cNvCxnSpPr>
            <a:cxnSpLocks/>
          </p:cNvCxnSpPr>
          <p:nvPr/>
        </p:nvCxnSpPr>
        <p:spPr>
          <a:xfrm>
            <a:off x="1597253" y="1301218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C60C60C-74F6-DB78-B854-F1CCCA68F042}"/>
              </a:ext>
            </a:extLst>
          </p:cNvPr>
          <p:cNvCxnSpPr>
            <a:cxnSpLocks/>
          </p:cNvCxnSpPr>
          <p:nvPr/>
        </p:nvCxnSpPr>
        <p:spPr>
          <a:xfrm>
            <a:off x="1595480" y="1236025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994EE58-B7FE-6BFD-8099-FFD9A591522B}"/>
              </a:ext>
            </a:extLst>
          </p:cNvPr>
          <p:cNvCxnSpPr>
            <a:cxnSpLocks/>
          </p:cNvCxnSpPr>
          <p:nvPr/>
        </p:nvCxnSpPr>
        <p:spPr>
          <a:xfrm>
            <a:off x="1605305" y="1163354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970B921A-35F8-8AAC-7133-3F544847500A}"/>
              </a:ext>
            </a:extLst>
          </p:cNvPr>
          <p:cNvCxnSpPr>
            <a:cxnSpLocks/>
          </p:cNvCxnSpPr>
          <p:nvPr/>
        </p:nvCxnSpPr>
        <p:spPr>
          <a:xfrm>
            <a:off x="1600770" y="1091847"/>
            <a:ext cx="10058400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17D93D4C-C531-E461-8FAD-4B6EFA3BEC00}"/>
              </a:ext>
            </a:extLst>
          </p:cNvPr>
          <p:cNvCxnSpPr>
            <a:cxnSpLocks/>
          </p:cNvCxnSpPr>
          <p:nvPr/>
        </p:nvCxnSpPr>
        <p:spPr>
          <a:xfrm>
            <a:off x="1604282" y="1030035"/>
            <a:ext cx="10058400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BDCB9F-6D2B-84E5-7331-2736989589E3}"/>
              </a:ext>
            </a:extLst>
          </p:cNvPr>
          <p:cNvSpPr txBox="1"/>
          <p:nvPr/>
        </p:nvSpPr>
        <p:spPr>
          <a:xfrm>
            <a:off x="984325" y="204395"/>
            <a:ext cx="2577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Clinically diagnosed </a:t>
            </a:r>
            <a:r>
              <a:rPr lang="en-US" dirty="0"/>
              <a:t>cases</a:t>
            </a:r>
          </a:p>
        </p:txBody>
      </p:sp>
    </p:spTree>
    <p:extLst>
      <p:ext uri="{BB962C8B-B14F-4D97-AF65-F5344CB8AC3E}">
        <p14:creationId xmlns:p14="http://schemas.microsoft.com/office/powerpoint/2010/main" val="3927594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5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Débarre</dc:creator>
  <cp:lastModifiedBy>Florence Débarre</cp:lastModifiedBy>
  <cp:revision>11</cp:revision>
  <dcterms:created xsi:type="dcterms:W3CDTF">2026-01-03T12:38:47Z</dcterms:created>
  <dcterms:modified xsi:type="dcterms:W3CDTF">2026-01-03T17:04:22Z</dcterms:modified>
</cp:coreProperties>
</file>